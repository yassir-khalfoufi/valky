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Italics" charset="1" panose="00000500000000000000"/>
      <p:regular r:id="rId13"/>
    </p:embeddedFont>
    <p:embeddedFont>
      <p:font typeface="Canva Sans Bold Italics" charset="1" panose="020B0803030501040103"/>
      <p:regular r:id="rId14"/>
    </p:embeddedFont>
    <p:embeddedFont>
      <p:font typeface="Canva Sans Bold" charset="1" panose="020B0803030501040103"/>
      <p:regular r:id="rId15"/>
    </p:embeddedFon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Impact" charset="1" panose="020B0806030902050204"/>
      <p:regular r:id="rId18"/>
    </p:embeddedFont>
    <p:embeddedFont>
      <p:font typeface="Anton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68784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7" y="0"/>
                </a:lnTo>
                <a:lnTo>
                  <a:pt x="9587917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29178" y="316170"/>
            <a:ext cx="1929063" cy="1810518"/>
          </a:xfrm>
          <a:custGeom>
            <a:avLst/>
            <a:gdLst/>
            <a:ahLst/>
            <a:cxnLst/>
            <a:rect r="r" b="b" t="t" l="l"/>
            <a:pathLst>
              <a:path h="1810518" w="1929063">
                <a:moveTo>
                  <a:pt x="0" y="0"/>
                </a:moveTo>
                <a:lnTo>
                  <a:pt x="1929063" y="0"/>
                </a:lnTo>
                <a:lnTo>
                  <a:pt x="1929063" y="1810518"/>
                </a:lnTo>
                <a:lnTo>
                  <a:pt x="0" y="1810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90" t="-2738" r="-5658" b="-1227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92044" y="9408377"/>
            <a:ext cx="14089809" cy="52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4"/>
              </a:lnSpc>
            </a:pPr>
            <a:r>
              <a:rPr lang="en-US" sz="2800" i="true" spc="649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 ET REALISE PAR YASSIR KHALFOUFI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51051" y="495993"/>
            <a:ext cx="718589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Agora Books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78343" y="8566031"/>
            <a:ext cx="5317212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ENCADRE PAR LOUBNA RABHI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25553" y="2622511"/>
            <a:ext cx="13236893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Une plateforme e-commerce </a:t>
            </a:r>
            <a:r>
              <a:rPr lang="en-US" b="true" sz="4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dédiée à la littérature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6536" y="3853593"/>
            <a:ext cx="2052280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Sommaire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0014" y="4633389"/>
            <a:ext cx="3793796" cy="51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1"/>
              </a:lnSpc>
              <a:spcBef>
                <a:spcPct val="0"/>
              </a:spcBef>
            </a:pPr>
            <a:r>
              <a:rPr lang="en-US" sz="28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Qui Sommes Nous?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50014" y="5451047"/>
            <a:ext cx="516623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Valeurs &amp; Categories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5553" y="6298772"/>
            <a:ext cx="437197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ourquoi nous choisir 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50014" y="7146497"/>
            <a:ext cx="457292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onctionnalités du Site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03192" y="1204418"/>
            <a:ext cx="7060793" cy="6649983"/>
          </a:xfrm>
          <a:custGeom>
            <a:avLst/>
            <a:gdLst/>
            <a:ahLst/>
            <a:cxnLst/>
            <a:rect r="r" b="b" t="t" l="l"/>
            <a:pathLst>
              <a:path h="6649983" w="7060793">
                <a:moveTo>
                  <a:pt x="0" y="0"/>
                </a:moveTo>
                <a:lnTo>
                  <a:pt x="7060793" y="0"/>
                </a:lnTo>
                <a:lnTo>
                  <a:pt x="7060793" y="6649983"/>
                </a:lnTo>
                <a:lnTo>
                  <a:pt x="0" y="6649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01646" y="388429"/>
            <a:ext cx="1515307" cy="1280541"/>
          </a:xfrm>
          <a:custGeom>
            <a:avLst/>
            <a:gdLst/>
            <a:ahLst/>
            <a:cxnLst/>
            <a:rect r="r" b="b" t="t" l="l"/>
            <a:pathLst>
              <a:path h="1280541" w="1515307">
                <a:moveTo>
                  <a:pt x="0" y="0"/>
                </a:moveTo>
                <a:lnTo>
                  <a:pt x="1515308" y="0"/>
                </a:lnTo>
                <a:lnTo>
                  <a:pt x="1515308" y="1280542"/>
                </a:lnTo>
                <a:lnTo>
                  <a:pt x="0" y="12805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65" t="-11603" r="-5070" b="-1493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8142" y="2652395"/>
            <a:ext cx="7942790" cy="249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À propos,     Fondée en 2010, Agora Books sert les passionnés de livres avec de collections soigneusement sélectionnées de philosophie, littérature, romans et science-fiction &amp; fantasy.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6057" y="516094"/>
            <a:ext cx="11592962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QUI SOMMES NOUS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8142" y="5858596"/>
            <a:ext cx="8519888" cy="19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Notre Mission Offrir aux lecteurs un accès aux classiques intemporels et aux chefs-d'œuvre contemporains, favorisant l'amour de la lecture et de l'apprentissage.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2224" y="-37320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2583" y="0"/>
            <a:ext cx="4932403" cy="10808055"/>
          </a:xfrm>
          <a:custGeom>
            <a:avLst/>
            <a:gdLst/>
            <a:ahLst/>
            <a:cxnLst/>
            <a:rect r="r" b="b" t="t" l="l"/>
            <a:pathLst>
              <a:path h="10808055" w="4932403">
                <a:moveTo>
                  <a:pt x="0" y="0"/>
                </a:moveTo>
                <a:lnTo>
                  <a:pt x="4932404" y="0"/>
                </a:lnTo>
                <a:lnTo>
                  <a:pt x="4932404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1206" y="450987"/>
            <a:ext cx="1296103" cy="1155427"/>
          </a:xfrm>
          <a:custGeom>
            <a:avLst/>
            <a:gdLst/>
            <a:ahLst/>
            <a:cxnLst/>
            <a:rect r="r" b="b" t="t" l="l"/>
            <a:pathLst>
              <a:path h="1155427" w="1296103">
                <a:moveTo>
                  <a:pt x="0" y="0"/>
                </a:moveTo>
                <a:lnTo>
                  <a:pt x="1296104" y="0"/>
                </a:lnTo>
                <a:lnTo>
                  <a:pt x="1296104" y="1155426"/>
                </a:lnTo>
                <a:lnTo>
                  <a:pt x="0" y="1155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196" b="-1688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61049" y="1586865"/>
            <a:ext cx="12213722" cy="767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VALEURS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Qualité : Sélection </a:t>
            </a: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rigoureuse de chaque livre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Intégrité : Transparence et honnêteté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Passion : Amour pour la littérature</a:t>
            </a: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CATÉGORIES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Philosophie : Méditations, La République, Par-delà bien et mal, L'Art de la guerre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Littérature : Cent ans de solitude et autres classiques contemporains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Science-Fiction &amp; Fantasy : A game of thrones, Dune e autres pièces d‘art</a:t>
            </a:r>
          </a:p>
          <a:p>
            <a:pPr algn="just">
              <a:lnSpc>
                <a:spcPts val="50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134987" y="355737"/>
            <a:ext cx="80180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Nos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Valeurs &amp; Categories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0674" y="642698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21492" y="795189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185353"/>
            <a:ext cx="15183019" cy="465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 Sélection Soignée - Chaque livre sélectionné pour sa qualité littéraire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 Meilleurs Prix - Tarifs compétitifs avec promotions régulières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 Livraison Rapide - Livraison gratuite dès 50€, fiable et mondiale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 Avis d'Experts - Recommandations de lecteurs passionnés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 Garantie 30 jours - Remboursement et assurance qualité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 Paiement Sécurisé - Carte de crédit et PayPal acceptés</a:t>
            </a:r>
          </a:p>
          <a:p>
            <a:pPr algn="just">
              <a:lnSpc>
                <a:spcPts val="46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59432" y="249457"/>
            <a:ext cx="16799868" cy="131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40"/>
              </a:lnSpc>
            </a:pPr>
            <a:r>
              <a:rPr lang="en-US" sz="80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POURQUOI CHOISIRE AGORA BOOKS 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11719" y="354232"/>
            <a:ext cx="1643362" cy="1536650"/>
          </a:xfrm>
          <a:custGeom>
            <a:avLst/>
            <a:gdLst/>
            <a:ahLst/>
            <a:cxnLst/>
            <a:rect r="r" b="b" t="t" l="l"/>
            <a:pathLst>
              <a:path h="1536650" w="1643362">
                <a:moveTo>
                  <a:pt x="0" y="0"/>
                </a:moveTo>
                <a:lnTo>
                  <a:pt x="1643362" y="0"/>
                </a:lnTo>
                <a:lnTo>
                  <a:pt x="1643362" y="1536650"/>
                </a:lnTo>
                <a:lnTo>
                  <a:pt x="0" y="1536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28" t="-833" r="-8743" b="-16989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3151" y="-539858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08239" y="2000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348144" y="7839075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83152" y="266610"/>
            <a:ext cx="1666532" cy="1524180"/>
          </a:xfrm>
          <a:custGeom>
            <a:avLst/>
            <a:gdLst/>
            <a:ahLst/>
            <a:cxnLst/>
            <a:rect r="r" b="b" t="t" l="l"/>
            <a:pathLst>
              <a:path h="1524180" w="1666532">
                <a:moveTo>
                  <a:pt x="0" y="0"/>
                </a:moveTo>
                <a:lnTo>
                  <a:pt x="1666533" y="0"/>
                </a:lnTo>
                <a:lnTo>
                  <a:pt x="1666533" y="1524180"/>
                </a:lnTo>
                <a:lnTo>
                  <a:pt x="0" y="15241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893530"/>
            <a:ext cx="1044501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Interface Moderne et minimaliste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0045" y="409575"/>
            <a:ext cx="14345497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FONCTIONNALITES DE SITE-WEB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60865" y="3922230"/>
            <a:ext cx="66172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responsive sans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49158" y="5057775"/>
            <a:ext cx="64596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Dé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gradés et animations CSS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60865" y="6191250"/>
            <a:ext cx="8828658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Approche de Dével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oppement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Architecture multi-pages claire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Navigation intuitive entre les sections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Cohérence visuelle sur toutes les pages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Contrôle de version avec Git/Github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1255">
            <a:off x="15129648" y="-823273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158348" y="3865679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3513" y="456907"/>
            <a:ext cx="17660973" cy="983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7"/>
              </a:lnSpc>
            </a:pPr>
          </a:p>
          <a:p>
            <a:pPr algn="l">
              <a:lnSpc>
                <a:spcPts val="3867"/>
              </a:lnSpc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PAGES DÉVELOPPÉES</a:t>
            </a:r>
          </a:p>
          <a:p>
            <a:pPr algn="l">
              <a:lnSpc>
                <a:spcPts val="3867"/>
              </a:lnSpc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PAGE D'ACCUEIL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PRÉSENTATION DES LIVRES POPULAIRES (MÉDITATIONS, CENT ANS DE SOLITUDE)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SECTION SERVICES (LIVRAISON, PAIEMENT, GARANTIE)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DESIGN MODERN/MINIMALISTE POUR CAPTER L'ATTENTION</a:t>
            </a:r>
          </a:p>
          <a:p>
            <a:pPr algn="l">
              <a:lnSpc>
                <a:spcPts val="3867"/>
              </a:lnSpc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PAGE PHILOSOPHIE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CATALOGUE DE 6 LIVRES CLASSIQUES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MÉDITATIONS, LA RÉPUBLIQUE, PAR-DELÀ BIEN ET MAL, L'ART DE LA GUERRE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CARTES VISUELLES AVEC DÉGRADÉS UNIQUES</a:t>
            </a:r>
          </a:p>
          <a:p>
            <a:pPr algn="l">
              <a:lnSpc>
                <a:spcPts val="3867"/>
              </a:lnSpc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PAGE À PROPOS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MISSION : RENDRE LES CLASSIQUES ACCESSIBLES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VISION : DEVENIR UNE RÉFÉRENCE POUR LES PASSIONNÉS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VALEURS : QUALITÉ, INTÉGRITÉ, PASSION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PRÉSENTATION DE L'ÉQUIPE FICTIVE</a:t>
            </a:r>
          </a:p>
          <a:p>
            <a:pPr algn="l">
              <a:lnSpc>
                <a:spcPts val="3867"/>
              </a:lnSpc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PAGE CONTACT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FORMULAIRE COMPLET (NOM, EMAIL, TÉLÉPHONE, SUJET, MESSAGE)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INFORMATIONS DE CONTACT (ADRESSE, TÉLÉPHONE, HORAIRES)</a:t>
            </a:r>
          </a:p>
          <a:p>
            <a:pPr algn="l" marL="596461" indent="-298231" lvl="1">
              <a:lnSpc>
                <a:spcPts val="3867"/>
              </a:lnSpc>
              <a:buFont typeface="Arial"/>
              <a:buChar char="•"/>
            </a:pPr>
            <a:r>
              <a:rPr lang="en-US" sz="2762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MULTIPLES MOYENS DE CONTACT</a:t>
            </a:r>
          </a:p>
          <a:p>
            <a:pPr algn="l">
              <a:lnSpc>
                <a:spcPts val="386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60898" y="642543"/>
            <a:ext cx="8211341" cy="8211341"/>
          </a:xfrm>
          <a:custGeom>
            <a:avLst/>
            <a:gdLst/>
            <a:ahLst/>
            <a:cxnLst/>
            <a:rect r="r" b="b" t="t" l="l"/>
            <a:pathLst>
              <a:path h="8211341" w="8211341">
                <a:moveTo>
                  <a:pt x="0" y="0"/>
                </a:moveTo>
                <a:lnTo>
                  <a:pt x="8211340" y="0"/>
                </a:lnTo>
                <a:lnTo>
                  <a:pt x="8211340" y="8211340"/>
                </a:lnTo>
                <a:lnTo>
                  <a:pt x="0" y="82113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32549" y="459932"/>
            <a:ext cx="1243778" cy="1137536"/>
          </a:xfrm>
          <a:custGeom>
            <a:avLst/>
            <a:gdLst/>
            <a:ahLst/>
            <a:cxnLst/>
            <a:rect r="r" b="b" t="t" l="l"/>
            <a:pathLst>
              <a:path h="1137536" w="1243778">
                <a:moveTo>
                  <a:pt x="0" y="0"/>
                </a:moveTo>
                <a:lnTo>
                  <a:pt x="1243777" y="0"/>
                </a:lnTo>
                <a:lnTo>
                  <a:pt x="1243777" y="1137536"/>
                </a:lnTo>
                <a:lnTo>
                  <a:pt x="0" y="11375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89428" y="141605"/>
            <a:ext cx="66103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Structure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Contenu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2420" y="2658801"/>
            <a:ext cx="17243160" cy="199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2"/>
              </a:lnSpc>
            </a:pPr>
            <a:r>
              <a:rPr lang="en-US" sz="1169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MERCI POUR VOTRE ATTENTION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84950" y="6203128"/>
            <a:ext cx="5318100" cy="60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AGORA BOOKS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DAG9BqBxDEo</dc:identifier>
  <dcterms:modified xsi:type="dcterms:W3CDTF">2011-08-01T06:04:30Z</dcterms:modified>
  <cp:revision>1</cp:revision>
  <dc:title>Agora Books</dc:title>
</cp:coreProperties>
</file>